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2330132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STAGEÉQUIPE BCM — LABORATOIRE TIMC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2749232"/>
            <a:ext cx="10831068" cy="116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12"/>
              </a:lnSpc>
              <a:buNone/>
            </a:pPr>
            <a:r>
              <a:rPr lang="en-US" sz="4200" b="1" spc="-6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du paysage des Réseaux Booléens à Signe pluripotents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47725" y="4375468"/>
            <a:ext cx="1116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Quentin Boyer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40255" y="4375468"/>
            <a:ext cx="1562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72665" y="4375468"/>
            <a:ext cx="39604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Encadrants : Nicolas Glade · Laurent Trilling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25515" y="4375468"/>
            <a:ext cx="1562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57925" y="4375468"/>
            <a:ext cx="22882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Grenoble INP ENSIMAG — UGA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90585" y="4375468"/>
            <a:ext cx="1562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22995" y="4375468"/>
            <a:ext cx="1116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Mai–Juin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modéliser le vivant 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44529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804035"/>
            <a:ext cx="7671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simplifie et abstrait : il isole des concepts clairs et manipulables.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847725" y="2435066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294573"/>
            <a:ext cx="691078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vivo, ces concepts restent noyés dans les particularités du vivant.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847725" y="2925604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785110"/>
            <a:ext cx="897083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ouvre la voie à l'exhaustivité et à la généralisation — sans prétendre résoudre.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47725" y="3416141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275648"/>
            <a:ext cx="782808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Ici, on n'évalue pas la validité biologique — on explore le potentiel conceptuel.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47725" y="3906679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766185"/>
            <a:ext cx="643178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forger des concepts que d'autres pourront reprendre.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DE DÉPART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pluripotence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887379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746885"/>
            <a:ext cx="100658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système unique présente plusieurs comportements — chacun correspondant à un système plus petit qu'il « simule ».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847725" y="2658904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518410"/>
            <a:ext cx="92839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concept volontairement large — pour capter ce que le vivant en fait de plusieurs façons.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847725" y="5295900"/>
            <a:ext cx="33909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5495925"/>
            <a:ext cx="305447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 spécification des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à partir d'un même génome.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410075" y="5295900"/>
            <a:ext cx="33909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9150" y="5495925"/>
            <a:ext cx="305447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poil du chat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court ou long selon la saison.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7972425" y="5295900"/>
            <a:ext cx="3390900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1500" y="5495925"/>
            <a:ext cx="305447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engendrées par les mêmes neurones.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LECTURES D'UN MÊME OBJET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</a:t>
            </a:r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</a:t>
            </a:r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804035"/>
            <a:ext cx="5143500" cy="392049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80260"/>
            <a:ext cx="50082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43000" y="2413635"/>
            <a:ext cx="50082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programme, un code, un plan.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43000" y="2799398"/>
            <a:ext cx="5008245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nœuds, une matrice de poids signée. Un état parmi </a:t>
            </a:r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2ⁿ</a:t>
            </a:r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219825" y="1804035"/>
            <a:ext cx="5143500" cy="392049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5100" y="2080260"/>
            <a:ext cx="50082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DYNAMIQUE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515100" y="2413635"/>
            <a:ext cx="50082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exécution, une expression, une construction.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515100" y="2799398"/>
            <a:ext cx="4689539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L'évolution déterministe trace une trajectoire dans l'hypercube des états.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47725" y="5953125"/>
            <a:ext cx="115671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objet, deux lectures : la structure figée, la dynamique déroulée.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FORMALISME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booléens à signe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7548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842135"/>
            <a:ext cx="51387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nœud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s'active selon un seuil 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Σᵢ wᵢⱼ·xᵢ &gt; 0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7725" y="27565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623185"/>
            <a:ext cx="51387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Poids signés —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wᵢⱼ ∈ {−1, 0, +1}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ignorer,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inhiber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7725" y="353758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3404235"/>
            <a:ext cx="51387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contraint les poids plutôt que la structure entière — c'est plus efficace.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7725" y="43186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4185285"/>
            <a:ext cx="51387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déterministe → graphe de transition, attracteurs, bassins.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60661" y="1804035"/>
            <a:ext cx="4802664" cy="4377690"/>
          </a:xfrm>
          <a:prstGeom prst="roundRect">
            <a:avLst>
              <a:gd name="adj" fmla="val 2176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4986" y="3426143"/>
            <a:ext cx="45914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874986" y="3978593"/>
            <a:ext cx="45914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à seuil distinctes en dimension 2.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74986" y="4331018"/>
            <a:ext cx="45914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nombre de réseaux, lui, explose avec la dimension.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PRÉCISER CE QU'ON CHERCHE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pluripotence dans les SBN 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3738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804035"/>
            <a:ext cx="77545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définitions coexistent ; préciser laquelle on éclaire fait partie du travail.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7725" y="24136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280285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 ici : des sous-dynamiques stables sur le support d'un nœud « de contrôle » → un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vecteur de décomposition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7725" y="31756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3042285"/>
            <a:ext cx="75197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 voie : des sous-dynamiques encodables dans une dimension inférieure.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7725" y="365188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518535"/>
            <a:ext cx="105087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Laissées de côté pour l'instant : sous-réseaux (PSBN/PTBN), inhibiteurs, décomposition partielle, offuscation.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 DANS L'ÉQUIPE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travail qui s'appuie sur l'équipe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7725" y="1670685"/>
            <a:ext cx="104775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S'inscrit dans une réflexion de longue date menée par Nicolas Glade, au sein de l'équipe BCM.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47725" y="2227898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 Glade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cadre général.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81725" y="2227898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 Segretain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les SBN &amp; la pipeline parallèle.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7725" y="2632710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Bonnet, R. Defossez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calcul des propriétés.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81725" y="2632710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Wu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l'équivalence poids ⇄ hyper-faces.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7725" y="3037523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 Trilling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l'énumération ASP, point de départ.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1725" y="3037523"/>
            <a:ext cx="5448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Lacaze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 agents pilotés par des SBN.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7725" y="5953125"/>
            <a:ext cx="115671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théorique ici ; côté expérimental (simulations d'agents) en parallèle.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Énumérer sans exploser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183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784985"/>
            <a:ext cx="9277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L'espace explose : exhaustivité déraisonnable dès 4 nœuds, données peu représentatives dès 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7725" y="23755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242185"/>
            <a:ext cx="66095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des symétries pour définir précisément ce qu'on énumère.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7725" y="28327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699385"/>
            <a:ext cx="81188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Énumération en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(sur les poids), parallélisée (JPPipeline, Java), exécutée sur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HPC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7725" y="32899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156585"/>
            <a:ext cx="9332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alternative : exploration randomisée (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MCSBN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la façon de générer oriente ce qu'on trouve.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7725" y="37471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613785"/>
            <a:ext cx="7403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vérifier le code, il faut d'abord bien voir → d'où les outils de visualisation.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VOISINER LES DYNAMIQUES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Métagraphes &amp; mutation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183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784985"/>
            <a:ext cx="6089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deux dynamiques voisines, les placer par force-directed.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7725" y="23755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242185"/>
            <a:ext cx="104390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distance exhaustive ne passe pas à l'échelle (~10¹⁰ paires en dim 3) → on s'en tient au voisinage structurel.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7725" y="28327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699385"/>
            <a:ext cx="95348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arête = une mutation de poids sur un seul arc — le même langage que les agents de C. Lacaze.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7725" y="32899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156585"/>
            <a:ext cx="102620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qu'on peut poser : certaines zones sont-elles plus viables ? plusieurs chemins mènent-ils à un même phénotype 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OUTILS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outils de visualisation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804035"/>
            <a:ext cx="3378200" cy="3949065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2080260"/>
            <a:ext cx="3150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sbn_viz.html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04900" y="2375535"/>
            <a:ext cx="3150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4900" y="2785110"/>
            <a:ext cx="2949766" cy="234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et sa dynamique, en détail.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04900" y="5286375"/>
            <a:ext cx="31502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l'outil →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4416425" y="1804035"/>
            <a:ext cx="3378200" cy="3949065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3600" y="2080260"/>
            <a:ext cx="3150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sbn_scatter.html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673600" y="2375535"/>
            <a:ext cx="3150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3600" y="2785110"/>
            <a:ext cx="2949765" cy="234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nuage des dynamiques, placé par métriques.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673600" y="5286375"/>
            <a:ext cx="31502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l'outil →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985125" y="1804035"/>
            <a:ext cx="3378200" cy="3949065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2300" y="2080260"/>
            <a:ext cx="3150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metagraphe.html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242300" y="2375535"/>
            <a:ext cx="3150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Metagraph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2300" y="2785110"/>
            <a:ext cx="2949766" cy="234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dynamiques, voisinées par mutation.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8242300" y="5286375"/>
            <a:ext cx="31502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l'outil →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47725" y="5981700"/>
            <a:ext cx="115671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scripts HTML qui chargent des CSV et en montrent l'essentiel — testables directement.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Premières observations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9183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784985"/>
            <a:ext cx="84170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retrouve Wagner : évolutivité et robustesse phénotypiques varient plutôt ensemble.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7725" y="23755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2242185"/>
            <a:ext cx="82220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décomposition n'est pas décorrélée du reste — elle pèse sur les autres propriétés.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7725" y="28327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699385"/>
            <a:ext cx="10368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propriétés d'un réseau semblent liées à la dimension de sa plus grande hyper-face non décomposable.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7725" y="32899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156585"/>
            <a:ext cx="91629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réseaux pluripotents se tiennent plutôt proches — surtout au sein d'une même orientation.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7725" y="37471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613785"/>
            <a:ext cx="74877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Tendances à confirmer : ces lectures s'appuient d'abord sur les visualisations.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11050" cy="6877050"/>
          </a:xfrm>
          <a:prstGeom prst="rect">
            <a:avLst/>
          </a:prstGeom>
          <a:ln w="9525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7725" y="69532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&amp; SUITES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7725" y="1019175"/>
            <a:ext cx="1156716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formalisme permet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47725" y="186118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6325" y="1727835"/>
            <a:ext cx="105227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SBN donne des interprétations claires de concepts généraux ; son exploration est faisable et utile.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7725" y="2299335"/>
            <a:ext cx="5448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 À FAIRE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7725" y="2566035"/>
            <a:ext cx="5101590" cy="572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Minimisation des poids · régression pour confirmer Wagner · exploration dirigée · meilleure interface.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181725" y="2299335"/>
            <a:ext cx="5448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EXPLORER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81725" y="2566035"/>
            <a:ext cx="5101590" cy="572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Arêtes absentes (pas seulement nulles) · comparaison des dimensions · autres aspects de la pluripotence.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847725" y="6010275"/>
            <a:ext cx="115671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↗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github.com/Quentin-Joachim-Boyer/PluripotentSBN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7725" y="6400800"/>
            <a:ext cx="5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2026-07-02T15:16:35Z</dcterms:created>
  <dcterms:modified xsi:type="dcterms:W3CDTF">2026-07-02T15:16:35Z</dcterms:modified>
</cp:coreProperties>
</file>